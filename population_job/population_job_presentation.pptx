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人口動態とIT業務数の関係性分析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プレゼンテーション資料</a:t>
            </a:r>
          </a:p>
          <a:p/>
          <a:p>
            <a:r>
              <a:t>作成日: 2026年5月3日</a:t>
            </a:r>
          </a:p>
          <a:p>
            <a:r>
              <a:t>分析者: 人口動態分析チーム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目的:</a:t>
            </a:r>
          </a:p>
          <a:p>
            <a:r>
              <a:t>- 人口の多寡や増減がIT関係の業務数にどのように影響しているかを調査</a:t>
            </a:r>
          </a:p>
          <a:p>
            <a:r>
              <a:t>- 地方でのデータ活用の可能性を検証</a:t>
            </a:r>
          </a:p>
          <a:p/>
          <a:p>
            <a:r>
              <a:t>前提仮説:</a:t>
            </a:r>
          </a:p>
          <a:p>
            <a:r>
              <a:t>1. 人口が多い都市部の方がIT企業や案件が多い</a:t>
            </a:r>
          </a:p>
          <a:p>
            <a:r>
              <a:t>2. 人口が少ない地方の方がIT技術導入による効率化の恩恵をより受けられる</a:t>
            </a:r>
          </a:p>
          <a:p/>
          <a:p>
            <a:r>
              <a:t>背景:</a:t>
            </a:r>
          </a:p>
          <a:p>
            <a:r>
              <a:t>- 厚生労働省のハローワークデータでは紹介件数の減少が顕著</a:t>
            </a:r>
          </a:p>
          <a:p>
            <a:r>
              <a:t>- 地方でのデータ活用事例（広島県離島、茨城県高校）が注目されている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データソースと推計モデル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使用データ:</a:t>
            </a:r>
          </a:p>
          <a:p>
            <a:r>
              <a:t>- 人口動向調査（厚生労働省）: 都道府県別人口データ</a:t>
            </a:r>
          </a:p>
          <a:p>
            <a:r>
              <a:t>- 経済センサス（総務省・経済産業省）: 情報通信業従業者数</a:t>
            </a:r>
          </a:p>
          <a:p>
            <a:r>
              <a:t>- 労働力調査（総務省）: ITエンジニア就業者数</a:t>
            </a:r>
          </a:p>
          <a:p>
            <a:r>
              <a:t>- 法人番号データベース（国税庁）: 情報通信業企業数</a:t>
            </a:r>
          </a:p>
          <a:p/>
          <a:p>
            <a:r>
              <a:t>推計モデルの構造:</a:t>
            </a:r>
          </a:p>
          <a:p>
            <a:r>
              <a:t>3層構造で実測に近い推計を実現:</a:t>
            </a:r>
          </a:p>
          <a:p>
            <a:r>
              <a:t>1. 全国ITエンジニア数（実測） - 労働力調査</a:t>
            </a:r>
          </a:p>
          <a:p>
            <a:r>
              <a:t>2. 都道府県別IT産業規模（実測） - 経済センサス×人口分布</a:t>
            </a:r>
          </a:p>
          <a:p>
            <a:r>
              <a:t>3. 職種別構成比（実測） - JISA調査等</a:t>
            </a:r>
          </a:p>
          <a:p/>
          <a:p>
            <a:r>
              <a:t>課題と対応:</a:t>
            </a:r>
          </a:p>
          <a:p>
            <a:r>
              <a:t>- ハローワークデータの信頼性低下 → 複数データソースの組み合わせ推計</a:t>
            </a:r>
          </a:p>
          <a:p>
            <a:r>
              <a:t>- 産業分類の不一致 → 経済センサスを基準とした整合性チェック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分析結果1: データの概要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人口動態データの傾向</a:t>
            </a:r>
          </a:p>
        </p:txBody>
      </p:sp>
      <p:pic>
        <p:nvPicPr>
          <p:cNvPr id="4" name="Picture 3" descr="temp_popula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分析結果2: ITエンジニア数の推計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全国レベルでの推計結果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分析結果3: 地域別比較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都道府県別のIT産業規模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分析結果4: クラスタリング分析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IT産業の地域クラスタ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分析結果5: 人口とIT業務数の相関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主成分分析による関係性分析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考察と示唆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主要な発見:</a:t>
            </a:r>
          </a:p>
          <a:p>
            <a:r>
              <a:t>1. 都市部集中の確認: 人口密集地域でのIT業務数の偏在が確認された</a:t>
            </a:r>
          </a:p>
          <a:p>
            <a:r>
              <a:t>2. 地方の潜在力: 人口規模に比してIT活用が進む地域の存在</a:t>
            </a:r>
          </a:p>
          <a:p>
            <a:r>
              <a:t>3. データ活用の重要性: 複数データソースの統合推計の有効性</a:t>
            </a:r>
          </a:p>
          <a:p/>
          <a:p>
            <a:r>
              <a:t>政策示唆:</a:t>
            </a:r>
          </a:p>
          <a:p>
            <a:r>
              <a:t>- 地方でのIT人材育成プログラムの強化</a:t>
            </a:r>
          </a:p>
          <a:p>
            <a:r>
              <a:t>- データ活用を通じた地域振興策の検討</a:t>
            </a:r>
          </a:p>
          <a:p>
            <a:r>
              <a:t>- ハローワーク以外の就職支援システムの構築</a:t>
            </a:r>
          </a:p>
          <a:p/>
          <a:p>
            <a:r>
              <a:t>今後の課題:</a:t>
            </a:r>
          </a:p>
          <a:p>
            <a:r>
              <a:t>- より詳細な職種別分析</a:t>
            </a:r>
          </a:p>
          <a:p>
            <a:r>
              <a:t>- リアルタイムデータの活用</a:t>
            </a:r>
          </a:p>
          <a:p>
            <a:r>
              <a:t>- 国際比較の実施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まとめ:</a:t>
            </a:r>
          </a:p>
          <a:p>
            <a:r>
              <a:t>- 人口動態とIT業務数の関係性を多角的に分析</a:t>
            </a:r>
          </a:p>
          <a:p>
            <a:r>
              <a:t>- 推計モデルの有効性を確認</a:t>
            </a:r>
          </a:p>
          <a:p>
            <a:r>
              <a:t>- 地方データ活用の可能性を示唆</a:t>
            </a:r>
          </a:p>
          <a:p/>
          <a:p>
            <a:r>
              <a:t>次のステップ:</a:t>
            </a:r>
          </a:p>
          <a:p>
            <a:r>
              <a:t>- 詳細分析の継続</a:t>
            </a:r>
          </a:p>
          <a:p>
            <a:r>
              <a:t>- 政策提言の作成</a:t>
            </a:r>
          </a:p>
          <a:p>
            <a:r>
              <a:t>- 実証実験の実施</a:t>
            </a:r>
          </a:p>
          <a:p/>
          <a:p>
            <a:r>
              <a:t>---</a:t>
            </a:r>
          </a:p>
          <a:p/>
          <a:p>
            <a:r>
              <a:t>ご清聴ありがとうございました。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